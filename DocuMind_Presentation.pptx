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DocuMind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Your Private Enterprise AI Knowledge Base</a:t>
            </a:r>
          </a:p>
          <a:p/>
          <a:p>
            <a:r>
              <a:t>Grounded Intelligence. Zero Hallucination. Total Security.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The Problem: 'The Data Graveyard'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Information Overload: Critical knowledge buried in isolated PDFs/Code files.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Operational Inefficiency: Employees waste ~20% of their day searching.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AI Hallucination: Public AI lacks specific contextual grounding.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Privacy Risks: Sensitive data exposure to public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The Solution: RAG-Powered Intel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Connect: Seamlessly upload PDFs, DOCX, and Source Code.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Understand: Semantic awareness through high-dimensional vector search.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Chat: Natural language interaction with your own private data.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Verify: Source citations for every AI response ensure 100%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Frontend: React + Vite + Tailwind (Premium Glassmorphism).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API Layer: FastAPI (High performance, Async).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Vector Brain: PostgreSQL + pgvector (Semantic Indexing).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LLM Engine: Groq / Llama 3.1 (Lightning speed inference).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Phase 1: Smart Ingest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Secure Validation: Magic Bytes &amp; SHA256 deduplication.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Smart Parsing: Specialized AST-based code parsers.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Scalable Pipeline: Celery workers + Redis background processing.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Data Integrity: High-accuracy extraction from PDFs and complex Docs.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Phase 2: Vectorization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Chunking: Recursive character splitting with contextual overlap.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Embedding: all-MiniLM-L6-v2 (Transformer-based vectors).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Semantic Storage: Efficient storage of math-based meaning in DB.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Isolation: User-specific data layers for total tenant security.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Phase 3: The RAG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Query: Turn user natural language into search vectors.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Retrieve: Instant semantic lookup (1 - Cosine Distance).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Augment: Real-time context injection into LLM prompt.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Generate: Verified, context-grounded AI synthesis.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Key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Academic: Summarize research and clarify lecture notes.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Legal: Rapidly review multi-document contracts/briefs.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Dev Teams: Chat with codebases for faster onboarding.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Corporate: Instant HR/SOP knowledge hub for employees.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Advanced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Multi-Session Chat: Manage multiple persistent histories.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Multi-Document Synthesis: Find discrepancies across 10+ files.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Premium UI: Dynamic glassmorphism animations.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Context Control: Target specific documents for ultra-precision.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The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Backend: Python, SQLAlchemy, Celery, Pydantic.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Database: PostgreSQL, Redis.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Inference: Groq (Llama 3.1 70B/8B).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Frontend: React, Tailwind, Framer Motion, Zustand.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Enterprise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RBAC: Granular department-level access controls.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Cloud Sync: Auto-indexing from SharePoint/Google Drive.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Integrations: Slack and Microsoft Teams native bot support.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Advanced Citations: PDF viewer with inline highlighting.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B82F6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Questions?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Website: documind.ai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Email: contact@documind.ai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Transforming Data into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